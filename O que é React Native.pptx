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2" r:id="rId4"/>
    <p:sldId id="258" r:id="rId5"/>
    <p:sldId id="261" r:id="rId6"/>
    <p:sldId id="263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jpQ0I9V3F7hsFnwK4asj6cP4XE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4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164be6f0a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164be6f0a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2524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C0414"/>
            </a:gs>
            <a:gs pos="58999">
              <a:srgbClr val="19141E"/>
            </a:gs>
            <a:gs pos="82000">
              <a:srgbClr val="1A2028"/>
            </a:gs>
            <a:gs pos="100000">
              <a:srgbClr val="06080A"/>
            </a:gs>
          </a:gsLst>
          <a:lin ang="2700000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646" y="6101062"/>
            <a:ext cx="1490596" cy="50059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400517" y="3977274"/>
            <a:ext cx="62922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APLICATIVOS</a:t>
            </a:r>
            <a:endParaRPr sz="1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393356" y="4639066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INICIANTE</a:t>
            </a:r>
            <a:endParaRPr sz="1800" dirty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400532" y="1352662"/>
            <a:ext cx="67515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b="1" dirty="0">
                <a:solidFill>
                  <a:srgbClr val="8DA9DB"/>
                </a:solidFill>
                <a:latin typeface="Calibri"/>
                <a:ea typeface="Calibri"/>
                <a:cs typeface="Calibri"/>
                <a:sym typeface="Calibri"/>
              </a:rPr>
              <a:t>REACT NATIVE</a:t>
            </a:r>
            <a:endParaRPr sz="5200" dirty="0"/>
          </a:p>
        </p:txBody>
      </p:sp>
      <p:sp>
        <p:nvSpPr>
          <p:cNvPr id="88" name="Google Shape;88;p1"/>
          <p:cNvSpPr txBox="1"/>
          <p:nvPr/>
        </p:nvSpPr>
        <p:spPr>
          <a:xfrm>
            <a:off x="1393356" y="2145967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TEORIA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0" name="Picture 6" descr="React Native – Wikipédia, a enciclopédia livre">
            <a:extLst>
              <a:ext uri="{FF2B5EF4-FFF2-40B4-BE49-F238E27FC236}">
                <a16:creationId xmlns:a16="http://schemas.microsoft.com/office/drawing/2014/main" id="{655F89DD-A44A-42B4-B6DA-3F0951F8F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631" y="1676400"/>
            <a:ext cx="4032603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843464" y="801448"/>
            <a:ext cx="629224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</a:t>
            </a:r>
            <a:endParaRPr sz="40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843464" y="2009670"/>
            <a:ext cx="1088348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 Uma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biblioteca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com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recurso</a:t>
            </a:r>
            <a:r>
              <a:rPr lang="en-US" sz="2000" dirty="0" err="1">
                <a:solidFill>
                  <a:schemeClr val="lt1"/>
                </a:solidFill>
              </a:rPr>
              <a:t>s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em</a:t>
            </a:r>
            <a:r>
              <a:rPr lang="en-US" sz="2000" dirty="0">
                <a:solidFill>
                  <a:schemeClr val="lt1"/>
                </a:solidFill>
              </a:rPr>
              <a:t> JavaScript para </a:t>
            </a:r>
            <a:r>
              <a:rPr lang="en-US" sz="2000" dirty="0" err="1">
                <a:solidFill>
                  <a:schemeClr val="lt1"/>
                </a:solidFill>
              </a:rPr>
              <a:t>facilitar</a:t>
            </a:r>
            <a:r>
              <a:rPr lang="en-US" sz="2000" dirty="0">
                <a:solidFill>
                  <a:schemeClr val="lt1"/>
                </a:solidFill>
              </a:rPr>
              <a:t> o </a:t>
            </a:r>
            <a:r>
              <a:rPr lang="en-US" sz="2000" dirty="0" err="1">
                <a:solidFill>
                  <a:schemeClr val="lt1"/>
                </a:solidFill>
              </a:rPr>
              <a:t>desenvolvimento</a:t>
            </a:r>
            <a:r>
              <a:rPr lang="en-US" sz="2000" dirty="0">
                <a:solidFill>
                  <a:schemeClr val="lt1"/>
                </a:solidFill>
              </a:rPr>
              <a:t> de </a:t>
            </a:r>
            <a:r>
              <a:rPr lang="en-US" sz="2000" dirty="0" err="1">
                <a:solidFill>
                  <a:schemeClr val="lt1"/>
                </a:solidFill>
              </a:rPr>
              <a:t>softwares</a:t>
            </a:r>
            <a:r>
              <a:rPr lang="en-US" sz="2000" dirty="0">
                <a:solidFill>
                  <a:schemeClr val="lt1"/>
                </a:solidFill>
              </a:rPr>
              <a:t> para </a:t>
            </a:r>
            <a:r>
              <a:rPr lang="en-US" sz="2000" dirty="0" err="1">
                <a:solidFill>
                  <a:schemeClr val="lt1"/>
                </a:solidFill>
              </a:rPr>
              <a:t>plataformas</a:t>
            </a:r>
            <a:r>
              <a:rPr lang="en-US" sz="2000" dirty="0">
                <a:solidFill>
                  <a:schemeClr val="lt1"/>
                </a:solidFill>
              </a:rPr>
              <a:t> mobiles;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843463" y="2974049"/>
            <a:ext cx="700544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Produz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ao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mesmo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tempo, para Android e IOS;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843463" y="3630692"/>
            <a:ext cx="959200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Produzido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pelo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Faceboo</a:t>
            </a:r>
            <a:r>
              <a:rPr lang="en-US" sz="2000" dirty="0">
                <a:solidFill>
                  <a:schemeClr val="lt1"/>
                </a:solidFill>
              </a:rPr>
              <a:t>k para </a:t>
            </a:r>
            <a:r>
              <a:rPr lang="en-US" sz="2000" dirty="0" err="1">
                <a:solidFill>
                  <a:schemeClr val="lt1"/>
                </a:solidFill>
              </a:rPr>
              <a:t>otimizar</a:t>
            </a:r>
            <a:r>
              <a:rPr lang="en-US" sz="2000" dirty="0">
                <a:solidFill>
                  <a:schemeClr val="lt1"/>
                </a:solidFill>
              </a:rPr>
              <a:t> o tempo de </a:t>
            </a:r>
            <a:r>
              <a:rPr lang="en-US" sz="2000" dirty="0" err="1">
                <a:solidFill>
                  <a:schemeClr val="lt1"/>
                </a:solidFill>
              </a:rPr>
              <a:t>produção</a:t>
            </a:r>
            <a:r>
              <a:rPr lang="en-US" sz="2000" dirty="0">
                <a:solidFill>
                  <a:schemeClr val="lt1"/>
                </a:solidFill>
              </a:rPr>
              <a:t> de </a:t>
            </a:r>
            <a:r>
              <a:rPr lang="en-US" sz="2000" dirty="0" err="1">
                <a:solidFill>
                  <a:schemeClr val="lt1"/>
                </a:solidFill>
              </a:rPr>
              <a:t>aplicativos</a:t>
            </a:r>
            <a:r>
              <a:rPr lang="en-US" sz="2000" dirty="0">
                <a:solidFill>
                  <a:schemeClr val="lt1"/>
                </a:solidFill>
              </a:rPr>
              <a:t>;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843464" y="4287294"/>
            <a:ext cx="7005444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Geração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código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nativo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componentização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possibilidade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 extender a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aplicação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são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poderes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do React Native,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além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sua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proximidade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com a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programação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Web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646" y="6101062"/>
            <a:ext cx="1490596" cy="500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mo melhorar a performance no React Native | by Lucas Pinheiro | Medium">
            <a:extLst>
              <a:ext uri="{FF2B5EF4-FFF2-40B4-BE49-F238E27FC236}">
                <a16:creationId xmlns:a16="http://schemas.microsoft.com/office/drawing/2014/main" id="{E1082771-8933-4001-B58C-86F71A134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190" y="891618"/>
            <a:ext cx="8163612" cy="5102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oogle Shape;126;p5">
            <a:extLst>
              <a:ext uri="{FF2B5EF4-FFF2-40B4-BE49-F238E27FC236}">
                <a16:creationId xmlns:a16="http://schemas.microsoft.com/office/drawing/2014/main" id="{E6BF9CFF-0E4C-4836-A986-C04FECA1DE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646" y="6101062"/>
            <a:ext cx="1490596" cy="5005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6630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82425" y="3136611"/>
            <a:ext cx="449481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COMPONENTIZAÇÃO</a:t>
            </a:r>
            <a:endParaRPr sz="32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3"/>
          <p:cNvCxnSpPr/>
          <p:nvPr/>
        </p:nvCxnSpPr>
        <p:spPr>
          <a:xfrm>
            <a:off x="6096000" y="1836336"/>
            <a:ext cx="0" cy="3185328"/>
          </a:xfrm>
          <a:prstGeom prst="straightConnector1">
            <a:avLst/>
          </a:prstGeom>
          <a:noFill/>
          <a:ln w="28575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6" name="Google Shape;106;p3"/>
          <p:cNvSpPr txBox="1"/>
          <p:nvPr/>
        </p:nvSpPr>
        <p:spPr>
          <a:xfrm>
            <a:off x="6380702" y="2690336"/>
            <a:ext cx="311499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partir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 components </a:t>
            </a:r>
            <a:r>
              <a:rPr lang="en-US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nativas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da </a:t>
            </a:r>
            <a:r>
              <a:rPr lang="en-US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biblioteca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é </a:t>
            </a:r>
            <a:r>
              <a:rPr lang="en-US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possível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trabalhar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com </a:t>
            </a:r>
            <a:r>
              <a:rPr lang="en-US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designs </a:t>
            </a:r>
            <a:r>
              <a:rPr lang="en-US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partes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com </a:t>
            </a:r>
            <a:r>
              <a:rPr lang="en-US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esses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components, </a:t>
            </a:r>
            <a:r>
              <a:rPr lang="en-US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podendo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criar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sua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propria “tag”.</a:t>
            </a:r>
            <a:endParaRPr dirty="0"/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646" y="6101062"/>
            <a:ext cx="1490596" cy="500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1164be6f0ac_0_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646" y="6101062"/>
            <a:ext cx="1490596" cy="500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D45995C-3429-4375-9DC9-14E533FA7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26" y="855878"/>
            <a:ext cx="10485748" cy="514624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7563325-CC28-4AC7-8DBB-FE4472CB8032}"/>
              </a:ext>
            </a:extLst>
          </p:cNvPr>
          <p:cNvSpPr/>
          <p:nvPr/>
        </p:nvSpPr>
        <p:spPr>
          <a:xfrm>
            <a:off x="2083324" y="1677971"/>
            <a:ext cx="4128940" cy="234727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0657CF3-5841-4653-A678-8BFF02D0B31B}"/>
              </a:ext>
            </a:extLst>
          </p:cNvPr>
          <p:cNvSpPr/>
          <p:nvPr/>
        </p:nvSpPr>
        <p:spPr>
          <a:xfrm>
            <a:off x="6634899" y="1677970"/>
            <a:ext cx="2886173" cy="25923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A1A8520-CFE2-416C-9CEB-9F35F3DF4900}"/>
              </a:ext>
            </a:extLst>
          </p:cNvPr>
          <p:cNvSpPr/>
          <p:nvPr/>
        </p:nvSpPr>
        <p:spPr>
          <a:xfrm>
            <a:off x="6777873" y="1820943"/>
            <a:ext cx="2620652" cy="136531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843464" y="801448"/>
            <a:ext cx="629224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PRÉ-REQUISITOS</a:t>
            </a:r>
            <a:endParaRPr sz="40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843464" y="2009670"/>
            <a:ext cx="1088348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Conhecimento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lógica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programação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843462" y="2812957"/>
            <a:ext cx="837595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Conhecimento</a:t>
            </a:r>
            <a:r>
              <a:rPr lang="en-US" sz="2000" dirty="0">
                <a:solidFill>
                  <a:schemeClr val="lt1"/>
                </a:solidFill>
              </a:rPr>
              <a:t>, </a:t>
            </a:r>
            <a:r>
              <a:rPr lang="en-US" sz="2000" dirty="0" err="1">
                <a:solidFill>
                  <a:schemeClr val="lt1"/>
                </a:solidFill>
              </a:rPr>
              <a:t>mesmo</a:t>
            </a:r>
            <a:r>
              <a:rPr lang="en-US" sz="2000" dirty="0">
                <a:solidFill>
                  <a:schemeClr val="lt1"/>
                </a:solidFill>
              </a:rPr>
              <a:t> que </a:t>
            </a:r>
            <a:r>
              <a:rPr lang="en-US" sz="2000" dirty="0" err="1">
                <a:solidFill>
                  <a:schemeClr val="lt1"/>
                </a:solidFill>
              </a:rPr>
              <a:t>seja</a:t>
            </a:r>
            <a:r>
              <a:rPr lang="en-US" sz="2000" dirty="0">
                <a:solidFill>
                  <a:schemeClr val="lt1"/>
                </a:solidFill>
              </a:rPr>
              <a:t> breve, de JavaScript e CSS;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843462" y="3605164"/>
            <a:ext cx="959200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Espaço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disponível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computador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843464" y="4287294"/>
            <a:ext cx="700544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 Um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celular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rodar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as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aplicações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646" y="6101062"/>
            <a:ext cx="1490596" cy="5005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290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141</Words>
  <Application>Microsoft Office PowerPoint</Application>
  <PresentationFormat>Widescreen</PresentationFormat>
  <Paragraphs>16</Paragraphs>
  <Slides>6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Antônio Neves</cp:lastModifiedBy>
  <cp:revision>2</cp:revision>
  <dcterms:created xsi:type="dcterms:W3CDTF">2022-02-10T17:33:16Z</dcterms:created>
  <dcterms:modified xsi:type="dcterms:W3CDTF">2022-03-17T12:47:06Z</dcterms:modified>
</cp:coreProperties>
</file>